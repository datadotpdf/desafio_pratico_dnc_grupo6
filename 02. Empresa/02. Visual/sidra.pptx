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</p:sldIdLst>
  <p:sldSz cy="6858000" cx="12192000"/>
  <p:notesSz cx="6858000" cy="9144000"/>
  <p:embeddedFontLst>
    <p:embeddedFont>
      <p:font typeface="Play"/>
      <p:regular r:id="rId6"/>
      <p:bold r:id="rId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e3eNI9SDsL2VmHD0X6jD2h0h9u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font" Target="fonts/Play-regular.fntdata"/><Relationship Id="rId7" Type="http://schemas.openxmlformats.org/officeDocument/2006/relationships/font" Target="fonts/Play-bold.fntdata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-1342" y="1"/>
            <a:ext cx="12193342" cy="6857999"/>
          </a:xfrm>
          <a:prstGeom prst="rect">
            <a:avLst/>
          </a:prstGeom>
          <a:gradFill>
            <a:gsLst>
              <a:gs pos="0">
                <a:srgbClr val="3EB2DA"/>
              </a:gs>
              <a:gs pos="100000">
                <a:srgbClr val="1242C3"/>
              </a:gs>
            </a:gsLst>
            <a:lin ang="135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-1664855" y="746670"/>
            <a:ext cx="1695960" cy="202634"/>
          </a:xfrm>
          <a:prstGeom prst="rect">
            <a:avLst/>
          </a:prstGeom>
          <a:noFill/>
          <a:ln cap="flat" cmpd="sng" w="9525">
            <a:solidFill>
              <a:srgbClr val="91C24A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86" name="Google Shape;86;p1"/>
          <p:cNvGrpSpPr/>
          <p:nvPr/>
        </p:nvGrpSpPr>
        <p:grpSpPr>
          <a:xfrm>
            <a:off x="11060261" y="6305895"/>
            <a:ext cx="503253" cy="181683"/>
            <a:chOff x="766004" y="1626719"/>
            <a:chExt cx="921878" cy="332814"/>
          </a:xfrm>
        </p:grpSpPr>
        <p:pic>
          <p:nvPicPr>
            <p:cNvPr id="87" name="Google Shape;87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66004" y="1626719"/>
              <a:ext cx="394407" cy="332814"/>
            </a:xfrm>
            <a:custGeom>
              <a:rect b="b" l="l" r="r" t="t"/>
              <a:pathLst>
                <a:path extrusionOk="0" h="332814" w="394407">
                  <a:moveTo>
                    <a:pt x="-170" y="-98"/>
                  </a:moveTo>
                  <a:lnTo>
                    <a:pt x="394237" y="-98"/>
                  </a:lnTo>
                  <a:lnTo>
                    <a:pt x="394237" y="332717"/>
                  </a:lnTo>
                  <a:lnTo>
                    <a:pt x="-170" y="332717"/>
                  </a:ln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88" name="Google Shape;88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4063" y="1635673"/>
              <a:ext cx="493819" cy="293914"/>
            </a:xfrm>
            <a:custGeom>
              <a:rect b="b" l="l" r="r" t="t"/>
              <a:pathLst>
                <a:path extrusionOk="0" h="293914" w="493819">
                  <a:moveTo>
                    <a:pt x="-185" y="-81"/>
                  </a:moveTo>
                  <a:lnTo>
                    <a:pt x="493635" y="-81"/>
                  </a:lnTo>
                  <a:lnTo>
                    <a:pt x="493635" y="293833"/>
                  </a:lnTo>
                  <a:lnTo>
                    <a:pt x="-185" y="293833"/>
                  </a:lnTo>
                  <a:close/>
                </a:path>
              </a:pathLst>
            </a:custGeom>
            <a:noFill/>
            <a:ln>
              <a:noFill/>
            </a:ln>
          </p:spPr>
        </p:pic>
      </p:grpSp>
      <p:pic>
        <p:nvPicPr>
          <p:cNvPr descr="ChatGPT Image Apr 1, 2025, 01_27_47 PM.png" id="89" name="Google Shape;8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070" y="133942"/>
            <a:ext cx="2863150" cy="2863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2025-06-02T22:58:06Z</dcterms:created>
  <dc:creator>Gustavo Felizardo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22b470f-0207-4101-a384-1349d5739b09_Enabled">
    <vt:lpwstr>true</vt:lpwstr>
  </property>
  <property fmtid="{D5CDD505-2E9C-101B-9397-08002B2CF9AE}" pid="3" name="MSIP_Label_e22b470f-0207-4101-a384-1349d5739b09_SetDate">
    <vt:lpwstr>2025-06-02T22:58:51Z</vt:lpwstr>
  </property>
  <property fmtid="{D5CDD505-2E9C-101B-9397-08002B2CF9AE}" pid="4" name="MSIP_Label_e22b470f-0207-4101-a384-1349d5739b09_Method">
    <vt:lpwstr>Standard</vt:lpwstr>
  </property>
  <property fmtid="{D5CDD505-2E9C-101B-9397-08002B2CF9AE}" pid="5" name="MSIP_Label_e22b470f-0207-4101-a384-1349d5739b09_Name">
    <vt:lpwstr>Uso Interno</vt:lpwstr>
  </property>
  <property fmtid="{D5CDD505-2E9C-101B-9397-08002B2CF9AE}" pid="6" name="MSIP_Label_e22b470f-0207-4101-a384-1349d5739b09_SiteId">
    <vt:lpwstr>3b6b7936-fc74-4f59-83c3-d2d992988c0c</vt:lpwstr>
  </property>
  <property fmtid="{D5CDD505-2E9C-101B-9397-08002B2CF9AE}" pid="7" name="MSIP_Label_e22b470f-0207-4101-a384-1349d5739b09_ActionId">
    <vt:lpwstr>5a8b36ee-23d8-47e0-9d47-5dd2cda10c5d</vt:lpwstr>
  </property>
  <property fmtid="{D5CDD505-2E9C-101B-9397-08002B2CF9AE}" pid="8" name="MSIP_Label_e22b470f-0207-4101-a384-1349d5739b09_ContentBits">
    <vt:lpwstr>0</vt:lpwstr>
  </property>
  <property fmtid="{D5CDD505-2E9C-101B-9397-08002B2CF9AE}" pid="9" name="MSIP_Label_e22b470f-0207-4101-a384-1349d5739b09_Tag">
    <vt:lpwstr>50, 3, 0, 1</vt:lpwstr>
  </property>
</Properties>
</file>